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sldIdLst>
    <p:sldId id="256" r:id="rId2"/>
    <p:sldId id="278" r:id="rId3"/>
    <p:sldId id="279" r:id="rId4"/>
    <p:sldId id="277" r:id="rId5"/>
    <p:sldId id="259" r:id="rId6"/>
    <p:sldId id="285" r:id="rId7"/>
    <p:sldId id="280" r:id="rId8"/>
    <p:sldId id="260" r:id="rId9"/>
    <p:sldId id="261" r:id="rId10"/>
    <p:sldId id="262" r:id="rId11"/>
    <p:sldId id="282" r:id="rId12"/>
    <p:sldId id="263" r:id="rId13"/>
    <p:sldId id="264" r:id="rId14"/>
    <p:sldId id="266" r:id="rId15"/>
    <p:sldId id="286" r:id="rId16"/>
    <p:sldId id="267" r:id="rId17"/>
    <p:sldId id="268" r:id="rId18"/>
    <p:sldId id="283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68" d="100"/>
          <a:sy n="68" d="100"/>
        </p:scale>
        <p:origin x="-144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A485A5-056C-4DE1-B938-B7BB4CEE4326}" type="datetimeFigureOut">
              <a:rPr lang="en-US" smtClean="0"/>
              <a:pPr/>
              <a:t>29/09/2013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A01549-A684-4EF8-B375-4FA6F97410B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A01549-A684-4EF8-B375-4FA6F97410B2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A01549-A684-4EF8-B375-4FA6F97410B2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11768-7637-4D51-85C0-F985CC0D3053}" type="datetime1">
              <a:rPr lang="en-US" smtClean="0"/>
              <a:pPr/>
              <a:t>29/09/2013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DACB65-7EC6-4BB4-A341-FB78540C5188}" type="datetime1">
              <a:rPr lang="en-US" smtClean="0"/>
              <a:pPr/>
              <a:t>29/09/2013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044E0-1753-44D3-AF1F-E461CA2580F0}" type="datetime1">
              <a:rPr lang="en-US" smtClean="0"/>
              <a:pPr/>
              <a:t>29/09/2013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A60C08-4C1E-4A5E-8023-A5E0FC3C95BF}" type="datetime1">
              <a:rPr lang="en-US" smtClean="0"/>
              <a:pPr/>
              <a:t>29/09/2013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47052-F110-4E3C-AECC-18C80C202A55}" type="datetime1">
              <a:rPr lang="en-US" smtClean="0"/>
              <a:pPr/>
              <a:t>29/09/2013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28FCB-849C-48BB-9937-B98B744F5566}" type="datetime1">
              <a:rPr lang="en-US" smtClean="0"/>
              <a:pPr/>
              <a:t>29/09/2013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C919F-19E4-4AE1-9EDB-563194514575}" type="datetime1">
              <a:rPr lang="en-US" smtClean="0"/>
              <a:pPr/>
              <a:t>29/09/2013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85452C-574A-463A-8C57-608FFEEC5D39}" type="datetime1">
              <a:rPr lang="en-US" smtClean="0"/>
              <a:pPr/>
              <a:t>29/09/2013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408A9-E92F-41C6-B584-B3E4F022331D}" type="datetime1">
              <a:rPr lang="en-US" smtClean="0"/>
              <a:pPr/>
              <a:t>29/09/2013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95160-AD22-4B29-B338-A2FA883490CB}" type="datetime1">
              <a:rPr lang="en-US" smtClean="0"/>
              <a:pPr/>
              <a:t>29/09/2013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137B7-8E35-4086-B14F-D22793E929BA}" type="datetime1">
              <a:rPr lang="en-US" smtClean="0"/>
              <a:pPr/>
              <a:t>29/09/2013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53E5DE-F854-4244-8E83-4E7481A6E9A6}" type="datetime1">
              <a:rPr lang="en-US" smtClean="0"/>
              <a:pPr/>
              <a:t>29/09/2013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F30F6B-FB39-4EE3-BB70-00F6893EC94F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video" Target="file:///D:\git\Exploration_Algorithm_results\Presentation\smach_exploration_algorithm_simulation_video" TargetMode="Externa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Exploration Algorithm for a Mobile Cleaning Robot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Presented By </a:t>
            </a:r>
          </a:p>
          <a:p>
            <a:r>
              <a:rPr lang="en-US" dirty="0" smtClean="0"/>
              <a:t>Mohammad </a:t>
            </a:r>
            <a:r>
              <a:rPr lang="en-US" dirty="0" err="1" smtClean="0"/>
              <a:t>Muinul</a:t>
            </a:r>
            <a:r>
              <a:rPr lang="en-US" dirty="0" smtClean="0"/>
              <a:t> Islam</a:t>
            </a:r>
            <a:endParaRPr lang="en-US" dirty="0"/>
          </a:p>
        </p:txBody>
      </p:sp>
      <p:pic>
        <p:nvPicPr>
          <p:cNvPr id="6" name="Picture 5" descr="ipa_logo_high_quality_modifi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228600"/>
            <a:ext cx="4800600" cy="135073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Robot Platform: Care-O-</a:t>
            </a:r>
            <a:r>
              <a:rPr lang="en-US" dirty="0" err="1" smtClean="0"/>
              <a:t>Bot</a:t>
            </a:r>
            <a:r>
              <a:rPr lang="en-US" dirty="0" smtClean="0"/>
              <a:t> 3</a:t>
            </a:r>
            <a:endParaRPr lang="en-US" dirty="0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pic>
        <p:nvPicPr>
          <p:cNvPr id="9" name="Content Placeholder 8" descr="cleaning_robot.jpg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524000" y="1905000"/>
            <a:ext cx="5943600" cy="3966573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Tasks of Mobile Cleaning Robot: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smtClean="0"/>
              <a:t>It will get a office floor plan or any floor plan of any building.</a:t>
            </a:r>
          </a:p>
          <a:p>
            <a:r>
              <a:rPr lang="en-US" dirty="0" smtClean="0"/>
              <a:t>Then it will visit the nearest room from its current position.</a:t>
            </a:r>
          </a:p>
          <a:p>
            <a:r>
              <a:rPr lang="en-US" dirty="0" smtClean="0"/>
              <a:t>During exploration of that room it will detect the dirt and trash bin.</a:t>
            </a:r>
          </a:p>
          <a:p>
            <a:r>
              <a:rPr lang="en-US" dirty="0" smtClean="0"/>
              <a:t>Then it will go to the trash bin position and clear it.</a:t>
            </a:r>
          </a:p>
          <a:p>
            <a:r>
              <a:rPr lang="en-US" dirty="0" smtClean="0"/>
              <a:t>Later it will change the tool to collect dirt by a vacuum cleaner.</a:t>
            </a:r>
          </a:p>
          <a:p>
            <a:r>
              <a:rPr lang="en-US" dirty="0" smtClean="0"/>
              <a:t>Then it will set the room as cleaned and will search for a nearest un-cleaned room.</a:t>
            </a:r>
          </a:p>
          <a:p>
            <a:endParaRPr lang="en-US" dirty="0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en-US" dirty="0" smtClean="0"/>
              <a:t>Main Tasks of Exploration Algorithm: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 smtClean="0"/>
              <a:t>To explore a office floor or any kind of surface independent of mobile base platform.</a:t>
            </a:r>
          </a:p>
          <a:p>
            <a:r>
              <a:rPr lang="en-US" dirty="0" smtClean="0"/>
              <a:t>Detection of rooms in the floor.</a:t>
            </a:r>
          </a:p>
          <a:p>
            <a:r>
              <a:rPr lang="en-US" dirty="0" smtClean="0"/>
              <a:t>Calculation of the Nearest room location from the base position and command the base to enter into the room</a:t>
            </a:r>
          </a:p>
          <a:p>
            <a:r>
              <a:rPr lang="en-US" dirty="0" smtClean="0"/>
              <a:t>Calculation of accessible areas of the room including dynamic obstacles.</a:t>
            </a:r>
          </a:p>
          <a:p>
            <a:r>
              <a:rPr lang="en-US" dirty="0" smtClean="0"/>
              <a:t>Visit every accessible points. </a:t>
            </a:r>
          </a:p>
          <a:p>
            <a:r>
              <a:rPr lang="en-US" dirty="0" smtClean="0"/>
              <a:t>When finish set the room as processed and search for another unprocessed room.</a:t>
            </a:r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Why do we need this algorithm?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Exploration algorithm support dirt detection and trash bin detection during exploration.</a:t>
            </a:r>
          </a:p>
          <a:p>
            <a:r>
              <a:rPr lang="en-US" dirty="0" smtClean="0"/>
              <a:t>It helps the dirt detection algorithm to create a dirt map which is used later to detect dirt during cleaning.</a:t>
            </a:r>
          </a:p>
          <a:p>
            <a:r>
              <a:rPr lang="en-US" dirty="0" smtClean="0"/>
              <a:t> Command the robot a shortest(cost-effective) and suitable path for collecting dirt and cleaning the trash bin based on static and dynamic obstacles.</a:t>
            </a:r>
            <a:endParaRPr lang="en-US" dirty="0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04800"/>
            <a:ext cx="8229600" cy="1143000"/>
          </a:xfrm>
        </p:spPr>
        <p:txBody>
          <a:bodyPr>
            <a:noAutofit/>
          </a:bodyPr>
          <a:lstStyle/>
          <a:p>
            <a:r>
              <a:rPr lang="en-US" sz="3600" dirty="0" smtClean="0"/>
              <a:t>State Machine</a:t>
            </a:r>
            <a:br>
              <a:rPr lang="en-US" sz="3600" dirty="0" smtClean="0"/>
            </a:br>
            <a:r>
              <a:rPr lang="en-US" sz="3600" dirty="0" smtClean="0"/>
              <a:t>representation of Exploration Algorithm</a:t>
            </a:r>
            <a:endParaRPr lang="en-US" sz="3600" dirty="0"/>
          </a:p>
        </p:txBody>
      </p:sp>
      <p:pic>
        <p:nvPicPr>
          <p:cNvPr id="6" name="Content Placeholder 5" descr="Exploration_Smach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3000" y="1600200"/>
            <a:ext cx="6629400" cy="4724400"/>
          </a:xfrm>
        </p:spPr>
      </p:pic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Map Segmentation Algorithm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smtClean="0"/>
              <a:t>Collect the navigation data from analyze map action client</a:t>
            </a:r>
          </a:p>
          <a:p>
            <a:r>
              <a:rPr lang="en-US" dirty="0" smtClean="0"/>
              <a:t>Erode the image until get the last room</a:t>
            </a:r>
          </a:p>
          <a:p>
            <a:r>
              <a:rPr lang="en-US" dirty="0" smtClean="0"/>
              <a:t>Find contours</a:t>
            </a:r>
          </a:p>
          <a:p>
            <a:r>
              <a:rPr lang="en-US" dirty="0" smtClean="0"/>
              <a:t>For each contour check if contour fulfills criteria of a room</a:t>
            </a:r>
          </a:p>
          <a:p>
            <a:r>
              <a:rPr lang="en-US" dirty="0" smtClean="0"/>
              <a:t>If contour fulfill the criteria save the contour somewhere else</a:t>
            </a:r>
          </a:p>
          <a:p>
            <a:r>
              <a:rPr lang="en-US" dirty="0" smtClean="0"/>
              <a:t>Exit the loop if there are no more contours</a:t>
            </a:r>
          </a:p>
          <a:p>
            <a:r>
              <a:rPr lang="en-US" dirty="0" smtClean="0"/>
              <a:t>Copy original image</a:t>
            </a:r>
          </a:p>
          <a:p>
            <a:r>
              <a:rPr lang="en-US" dirty="0" smtClean="0"/>
              <a:t>Copy the stored contours into the map and fill each with a unique</a:t>
            </a:r>
          </a:p>
          <a:p>
            <a:r>
              <a:rPr lang="en-US" dirty="0" smtClean="0"/>
              <a:t>Id number repeat until convergence(</a:t>
            </a:r>
            <a:r>
              <a:rPr lang="en-US" dirty="0" err="1" smtClean="0"/>
              <a:t>i.e</a:t>
            </a:r>
            <a:r>
              <a:rPr lang="en-US" dirty="0" smtClean="0"/>
              <a:t> there are no more white pixels)</a:t>
            </a:r>
          </a:p>
          <a:p>
            <a:endParaRPr lang="en-US" dirty="0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Analyze Floor Plan</a:t>
            </a:r>
            <a:endParaRPr lang="en-US" dirty="0"/>
          </a:p>
        </p:txBody>
      </p:sp>
      <p:pic>
        <p:nvPicPr>
          <p:cNvPr id="5" name="Content Placeholder 4" descr="img_from_slam_navigation.png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28800" y="1447800"/>
            <a:ext cx="5562600" cy="4953000"/>
          </a:xfrm>
        </p:spPr>
      </p:pic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Analyze Floor Plan</a:t>
            </a:r>
            <a:endParaRPr lang="en-US" dirty="0"/>
          </a:p>
        </p:txBody>
      </p:sp>
      <p:pic>
        <p:nvPicPr>
          <p:cNvPr id="6" name="Content Placeholder 5" descr="during_iteration_process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5000" y="1295400"/>
            <a:ext cx="5486400" cy="5183683"/>
          </a:xfrm>
        </p:spPr>
      </p:pic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Analyze Floor Plan</a:t>
            </a:r>
            <a:endParaRPr lang="en-US" dirty="0"/>
          </a:p>
        </p:txBody>
      </p:sp>
      <p:pic>
        <p:nvPicPr>
          <p:cNvPr id="6" name="Content Placeholder 5" descr="segmented_map_of_IPA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81200" y="1447800"/>
            <a:ext cx="5346215" cy="5029200"/>
          </a:xfrm>
        </p:spPr>
      </p:pic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Segmentation Algorithm</a:t>
            </a:r>
            <a:br>
              <a:rPr lang="en-US" dirty="0" smtClean="0"/>
            </a:br>
            <a:r>
              <a:rPr lang="en-US" dirty="0" smtClean="0"/>
              <a:t>on Willow Garage Floor Plan </a:t>
            </a:r>
            <a:endParaRPr lang="en-US" dirty="0"/>
          </a:p>
        </p:txBody>
      </p:sp>
      <p:pic>
        <p:nvPicPr>
          <p:cNvPr id="6" name="Content Placeholder 5" descr="segmented_map_of_willow_garage 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914400" y="1524000"/>
            <a:ext cx="7467600" cy="5185016"/>
          </a:xfrm>
        </p:spPr>
      </p:pic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10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Find Next Unprocessed Room</a:t>
            </a:r>
            <a:br>
              <a:rPr lang="en-US" dirty="0" smtClean="0"/>
            </a:br>
            <a:r>
              <a:rPr lang="en-US" dirty="0" smtClean="0"/>
              <a:t> And Go To The Room Location</a:t>
            </a:r>
            <a:endParaRPr lang="en-US" dirty="0"/>
          </a:p>
        </p:txBody>
      </p:sp>
      <p:pic>
        <p:nvPicPr>
          <p:cNvPr id="6" name="Content Placeholder 5" descr="robot_path_for_switching_rooms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00200" y="1752600"/>
            <a:ext cx="6019799" cy="5029200"/>
          </a:xfrm>
        </p:spPr>
      </p:pic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Inspect Room</a:t>
            </a:r>
            <a:endParaRPr lang="en-US" dirty="0"/>
          </a:p>
        </p:txBody>
      </p:sp>
      <p:pic>
        <p:nvPicPr>
          <p:cNvPr id="6" name="Content Placeholder 5" descr="exploration_of_individual_room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28800" y="1219200"/>
            <a:ext cx="5943600" cy="5105400"/>
          </a:xfrm>
        </p:spPr>
      </p:pic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Tasks of Mobile Cleaning Robot:</a:t>
            </a:r>
            <a:endParaRPr lang="en-US" dirty="0"/>
          </a:p>
        </p:txBody>
      </p:sp>
      <p:pic>
        <p:nvPicPr>
          <p:cNvPr id="6" name="Content Placeholder 5" descr="Exploration_Detection_Cleaning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6800" y="1371600"/>
            <a:ext cx="6629400" cy="5334000"/>
          </a:xfrm>
        </p:spPr>
      </p:pic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Tasks of Mobile Cleaning Robot: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7" name="Content Placeholder 6" descr="Autopnp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295400"/>
            <a:ext cx="9143999" cy="5334000"/>
          </a:xfr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Video of Exploration Algorithm</a:t>
            </a:r>
            <a:endParaRPr lang="en-US" dirty="0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16</a:t>
            </a:fld>
            <a:endParaRPr lang="en-US"/>
          </a:p>
        </p:txBody>
      </p:sp>
      <p:pic>
        <p:nvPicPr>
          <p:cNvPr id="6" name="smach_exploration_algorithm_simulation_video">
            <a:hlinkClick r:id="" action="ppaction://media"/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914400" y="1447800"/>
            <a:ext cx="7543800" cy="5029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algn="just">
              <a:buNone/>
            </a:pPr>
            <a:r>
              <a:rPr lang="en-US" dirty="0" smtClean="0"/>
              <a:t>Finally we can say, Exploration Algorithm is</a:t>
            </a:r>
          </a:p>
          <a:p>
            <a:pPr algn="just">
              <a:buNone/>
            </a:pPr>
            <a:r>
              <a:rPr lang="en-US" dirty="0" smtClean="0"/>
              <a:t>essential for the autonomous cleaning job and is</a:t>
            </a:r>
          </a:p>
          <a:p>
            <a:pPr algn="just">
              <a:buNone/>
            </a:pPr>
            <a:r>
              <a:rPr lang="en-US" dirty="0" smtClean="0"/>
              <a:t>independent of mobile platform and floor plan.</a:t>
            </a:r>
          </a:p>
          <a:p>
            <a:pPr algn="just">
              <a:buNone/>
            </a:pPr>
            <a:r>
              <a:rPr lang="en-US" dirty="0" smtClean="0"/>
              <a:t>But this Exploration Algorithm we can use for</a:t>
            </a:r>
          </a:p>
          <a:p>
            <a:pPr algn="just">
              <a:buNone/>
            </a:pPr>
            <a:r>
              <a:rPr lang="en-US" dirty="0" smtClean="0"/>
              <a:t>other purpose like switching-Off all the energy</a:t>
            </a:r>
          </a:p>
          <a:p>
            <a:pPr algn="just">
              <a:buNone/>
            </a:pPr>
            <a:r>
              <a:rPr lang="en-US" dirty="0" smtClean="0"/>
              <a:t>device in a busy office at the end of a working day</a:t>
            </a:r>
          </a:p>
          <a:p>
            <a:pPr algn="just">
              <a:buNone/>
            </a:pPr>
            <a:r>
              <a:rPr lang="en-US" dirty="0" smtClean="0"/>
              <a:t>or during the weekend. We can also use this</a:t>
            </a:r>
          </a:p>
          <a:p>
            <a:pPr algn="just">
              <a:buNone/>
            </a:pPr>
            <a:r>
              <a:rPr lang="en-US" dirty="0" smtClean="0"/>
              <a:t>algorithm in surveillance task and so on.</a:t>
            </a:r>
            <a:endParaRPr lang="en-US" dirty="0"/>
          </a:p>
        </p:txBody>
      </p:sp>
      <p:pic>
        <p:nvPicPr>
          <p:cNvPr id="4" name="Picture 3" descr="ipa_logo_high_quality_modifi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39000" y="76200"/>
            <a:ext cx="1828800" cy="51456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dirty="0" smtClean="0"/>
          </a:p>
          <a:p>
            <a:pPr>
              <a:buNone/>
            </a:pPr>
            <a:endParaRPr lang="en-US" dirty="0" smtClean="0"/>
          </a:p>
          <a:p>
            <a:pPr algn="ctr">
              <a:buNone/>
            </a:pPr>
            <a:r>
              <a:rPr lang="en-US" dirty="0" smtClean="0"/>
              <a:t>Thanks to 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30F6B-FB39-4EE3-BB70-00F6893EC94F}" type="slidenum">
              <a:rPr lang="en-US" smtClean="0"/>
              <a:pPr/>
              <a:t>18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458</Words>
  <Application>Microsoft Office PowerPoint</Application>
  <PresentationFormat>On-screen Show (4:3)</PresentationFormat>
  <Paragraphs>73</Paragraphs>
  <Slides>18</Slides>
  <Notes>2</Notes>
  <HiddenSlides>0</HiddenSlides>
  <MMClips>1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Exploration Algorithm for a Mobile Cleaning Robot</vt:lpstr>
      <vt:lpstr>Robot Platform: Care-O-Bot 3</vt:lpstr>
      <vt:lpstr>Tasks of Mobile Cleaning Robot:</vt:lpstr>
      <vt:lpstr>Main Tasks of Exploration Algorithm:</vt:lpstr>
      <vt:lpstr>Why do we need this algorithm?</vt:lpstr>
      <vt:lpstr>State Machine representation of Exploration Algorithm</vt:lpstr>
      <vt:lpstr>Map Segmentation Algorithm</vt:lpstr>
      <vt:lpstr>Analyze Floor Plan</vt:lpstr>
      <vt:lpstr>Analyze Floor Plan</vt:lpstr>
      <vt:lpstr>Analyze Floor Plan</vt:lpstr>
      <vt:lpstr>Segmentation Algorithm on Willow Garage Floor Plan </vt:lpstr>
      <vt:lpstr>Find Next Unprocessed Room  And Go To The Room Location</vt:lpstr>
      <vt:lpstr>Inspect Room</vt:lpstr>
      <vt:lpstr>Tasks of Mobile Cleaning Robot:</vt:lpstr>
      <vt:lpstr>Tasks of Mobile Cleaning Robot:</vt:lpstr>
      <vt:lpstr>Video of Exploration Algorithm</vt:lpstr>
      <vt:lpstr>Conclusion</vt:lpstr>
      <vt:lpstr>Slide 18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muinul</dc:creator>
  <cp:lastModifiedBy>muinul</cp:lastModifiedBy>
  <cp:revision>21</cp:revision>
  <dcterms:created xsi:type="dcterms:W3CDTF">2013-09-28T09:45:48Z</dcterms:created>
  <dcterms:modified xsi:type="dcterms:W3CDTF">2013-09-29T09:13:36Z</dcterms:modified>
</cp:coreProperties>
</file>