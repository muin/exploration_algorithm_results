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78" r:id="rId3"/>
    <p:sldId id="279" r:id="rId4"/>
    <p:sldId id="27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A485A5-056C-4DE1-B938-B7BB4CEE4326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01549-A684-4EF8-B375-4FA6F97410B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A01549-A684-4EF8-B375-4FA6F97410B2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C2FD0F-3C0E-4087-B064-11798B2A7357}" type="datetimeFigureOut">
              <a:rPr lang="en-US" smtClean="0"/>
              <a:t>28/09/2013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F30F6B-FB39-4EE3-BB70-00F6893EC94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Exploration Algorithm for a Mobile Cleaning Robot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Presented By </a:t>
            </a:r>
          </a:p>
          <a:p>
            <a:r>
              <a:rPr lang="en-US" dirty="0" smtClean="0"/>
              <a:t>Mohammad </a:t>
            </a:r>
            <a:r>
              <a:rPr lang="en-US" dirty="0" err="1" smtClean="0"/>
              <a:t>Muinul</a:t>
            </a:r>
            <a:r>
              <a:rPr lang="en-US" dirty="0" smtClean="0"/>
              <a:t> Islam</a:t>
            </a:r>
            <a:endParaRPr lang="en-US" dirty="0"/>
          </a:p>
        </p:txBody>
      </p:sp>
      <p:pic>
        <p:nvPicPr>
          <p:cNvPr id="6" name="Picture 5" descr="ipa_logo_high_quality_modifi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228600"/>
            <a:ext cx="4800600" cy="13507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Robot Platform: Care-O-</a:t>
            </a:r>
            <a:r>
              <a:rPr lang="en-US" dirty="0" err="1" smtClean="0"/>
              <a:t>Bot</a:t>
            </a:r>
            <a:r>
              <a:rPr lang="en-US" dirty="0" smtClean="0"/>
              <a:t> 3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pic>
        <p:nvPicPr>
          <p:cNvPr id="9" name="Content Placeholder 8" descr="cleaning_robot.jpg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24000" y="1905000"/>
            <a:ext cx="5943600" cy="3966573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Task of Mobile Cleaning Robot: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It will get a office floor plan or any floor plan of any building.</a:t>
            </a:r>
          </a:p>
          <a:p>
            <a:r>
              <a:rPr lang="en-US" dirty="0" smtClean="0"/>
              <a:t>Then it will visit the nearest room from its current position.</a:t>
            </a:r>
          </a:p>
          <a:p>
            <a:r>
              <a:rPr lang="en-US" dirty="0" smtClean="0"/>
              <a:t>During exploration of that room it will detect the dirt and trash bin.</a:t>
            </a:r>
          </a:p>
          <a:p>
            <a:r>
              <a:rPr lang="en-US" dirty="0" smtClean="0"/>
              <a:t>Then it will go to the trash bin position and clear it.</a:t>
            </a:r>
          </a:p>
          <a:p>
            <a:r>
              <a:rPr lang="en-US" dirty="0" smtClean="0"/>
              <a:t>Later it will change the tool to collect dirt by a vacuum cleaner.</a:t>
            </a:r>
          </a:p>
          <a:p>
            <a:r>
              <a:rPr lang="en-US" dirty="0" smtClean="0"/>
              <a:t>Then it will set the room as cleaned and will search for a nearest un-cleaned room.</a:t>
            </a:r>
          </a:p>
          <a:p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dirty="0" smtClean="0"/>
              <a:t>Main Purpose of Exploration Algorithm: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smtClean="0"/>
              <a:t>To explore a office floor or any kind of surface independent of mobile base platform.</a:t>
            </a:r>
          </a:p>
          <a:p>
            <a:r>
              <a:rPr lang="en-US" dirty="0" smtClean="0"/>
              <a:t>Detection of rooms in the floor.</a:t>
            </a:r>
          </a:p>
          <a:p>
            <a:r>
              <a:rPr lang="en-US" dirty="0" smtClean="0"/>
              <a:t>Calculation of the Nearest room location from the base position and command the base to enter into the room</a:t>
            </a:r>
          </a:p>
          <a:p>
            <a:r>
              <a:rPr lang="en-US" dirty="0" smtClean="0"/>
              <a:t>Calculation of accessible areas of the room including dynamic obstacles.</a:t>
            </a:r>
          </a:p>
          <a:p>
            <a:r>
              <a:rPr lang="en-US" dirty="0" smtClean="0"/>
              <a:t>Visit every accessible points. </a:t>
            </a:r>
          </a:p>
          <a:p>
            <a:r>
              <a:rPr lang="en-US" dirty="0" smtClean="0"/>
              <a:t>When finish set the room as processed and search for another unprocessed room.</a:t>
            </a:r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Why do we need this algorithm?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Exploration algorithm support dirt detection and trash bin detection during exploration.</a:t>
            </a:r>
          </a:p>
          <a:p>
            <a:r>
              <a:rPr lang="en-US" dirty="0" smtClean="0"/>
              <a:t>It helps the dirt detection algorithm to create a dirt map.</a:t>
            </a:r>
          </a:p>
          <a:p>
            <a:r>
              <a:rPr lang="en-US" dirty="0" smtClean="0"/>
              <a:t> Command the robot a shortest(cost-effective) and suitable path for collecting dirt and cleaning the trash bin based on static and dynamic obstacles.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243</Words>
  <Application>Microsoft Office PowerPoint</Application>
  <PresentationFormat>On-screen Show (4:3)</PresentationFormat>
  <Paragraphs>23</Paragraphs>
  <Slides>21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Exploration Algorithm for a Mobile Cleaning Robot</vt:lpstr>
      <vt:lpstr>Robot Platform: Care-O-Bot 3</vt:lpstr>
      <vt:lpstr>Task of Mobile Cleaning Robot:</vt:lpstr>
      <vt:lpstr>Main Purpose of Exploration Algorithm:</vt:lpstr>
      <vt:lpstr>Why do we need this algorithm?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muinul</dc:creator>
  <cp:lastModifiedBy>muinul</cp:lastModifiedBy>
  <cp:revision>9</cp:revision>
  <dcterms:created xsi:type="dcterms:W3CDTF">2013-09-28T09:45:48Z</dcterms:created>
  <dcterms:modified xsi:type="dcterms:W3CDTF">2013-09-28T11:12:12Z</dcterms:modified>
</cp:coreProperties>
</file>