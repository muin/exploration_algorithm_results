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56" r:id="rId2"/>
    <p:sldId id="278" r:id="rId3"/>
    <p:sldId id="279" r:id="rId4"/>
    <p:sldId id="277" r:id="rId5"/>
    <p:sldId id="259" r:id="rId6"/>
    <p:sldId id="280" r:id="rId7"/>
    <p:sldId id="260" r:id="rId8"/>
    <p:sldId id="261" r:id="rId9"/>
    <p:sldId id="262" r:id="rId10"/>
    <p:sldId id="28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485A5-056C-4DE1-B938-B7BB4CEE4326}" type="datetimeFigureOut">
              <a:rPr lang="en-US" smtClean="0"/>
              <a:pPr/>
              <a:t>28/09/2013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01549-A684-4EF8-B375-4FA6F97410B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01549-A684-4EF8-B375-4FA6F97410B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A01549-A684-4EF8-B375-4FA6F97410B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11768-7637-4D51-85C0-F985CC0D3053}" type="datetime1">
              <a:rPr lang="en-US" smtClean="0"/>
              <a:t>28/09/2013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CB65-7EC6-4BB4-A341-FB78540C5188}" type="datetime1">
              <a:rPr lang="en-US" smtClean="0"/>
              <a:t>28/09/2013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044E0-1753-44D3-AF1F-E461CA2580F0}" type="datetime1">
              <a:rPr lang="en-US" smtClean="0"/>
              <a:t>28/09/2013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60C08-4C1E-4A5E-8023-A5E0FC3C95BF}" type="datetime1">
              <a:rPr lang="en-US" smtClean="0"/>
              <a:t>28/09/2013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47052-F110-4E3C-AECC-18C80C202A55}" type="datetime1">
              <a:rPr lang="en-US" smtClean="0"/>
              <a:t>28/09/2013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128FCB-849C-48BB-9937-B98B744F5566}" type="datetime1">
              <a:rPr lang="en-US" smtClean="0"/>
              <a:t>28/09/2013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919F-19E4-4AE1-9EDB-563194514575}" type="datetime1">
              <a:rPr lang="en-US" smtClean="0"/>
              <a:t>28/09/2013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5452C-574A-463A-8C57-608FFEEC5D39}" type="datetime1">
              <a:rPr lang="en-US" smtClean="0"/>
              <a:t>28/09/2013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408A9-E92F-41C6-B584-B3E4F022331D}" type="datetime1">
              <a:rPr lang="en-US" smtClean="0"/>
              <a:t>28/09/2013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95160-AD22-4B29-B338-A2FA883490CB}" type="datetime1">
              <a:rPr lang="en-US" smtClean="0"/>
              <a:t>28/09/2013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137B7-8E35-4086-B14F-D22793E929BA}" type="datetime1">
              <a:rPr lang="en-US" smtClean="0"/>
              <a:t>28/09/2013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3E5DE-F854-4244-8E83-4E7481A6E9A6}" type="datetime1">
              <a:rPr lang="en-US" smtClean="0"/>
              <a:t>28/09/2013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30F6B-FB39-4EE3-BB70-00F6893EC94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Exploration Algorithm for a Mobile Cleaning Robot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 </a:t>
            </a:r>
          </a:p>
          <a:p>
            <a:r>
              <a:rPr lang="en-US" dirty="0" smtClean="0"/>
              <a:t>Mohammad </a:t>
            </a:r>
            <a:r>
              <a:rPr lang="en-US" dirty="0" err="1" smtClean="0"/>
              <a:t>Muinul</a:t>
            </a:r>
            <a:r>
              <a:rPr lang="en-US" dirty="0" smtClean="0"/>
              <a:t> Islam</a:t>
            </a:r>
            <a:endParaRPr lang="en-US" dirty="0"/>
          </a:p>
        </p:txBody>
      </p:sp>
      <p:pic>
        <p:nvPicPr>
          <p:cNvPr id="6" name="Picture 5" descr="ipa_logo_high_quality_mod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28600"/>
            <a:ext cx="4800600" cy="13507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Robot Platform: Care-O-</a:t>
            </a:r>
            <a:r>
              <a:rPr lang="en-US" dirty="0" err="1" smtClean="0"/>
              <a:t>Bot</a:t>
            </a:r>
            <a:r>
              <a:rPr lang="en-US" dirty="0" smtClean="0"/>
              <a:t> 3</a:t>
            </a:r>
            <a:endParaRPr lang="en-US" dirty="0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pic>
        <p:nvPicPr>
          <p:cNvPr id="9" name="Content Placeholder 8" descr="cleaning_robot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4000" y="1905000"/>
            <a:ext cx="5943600" cy="3966573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Tasks </a:t>
            </a:r>
            <a:r>
              <a:rPr lang="en-US" dirty="0" smtClean="0"/>
              <a:t>of Mobile Cleaning Robot: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It will get a office floor plan or any floor plan of any building.</a:t>
            </a:r>
          </a:p>
          <a:p>
            <a:r>
              <a:rPr lang="en-US" dirty="0" smtClean="0"/>
              <a:t>Then it will visit the nearest room from its current position.</a:t>
            </a:r>
          </a:p>
          <a:p>
            <a:r>
              <a:rPr lang="en-US" dirty="0" smtClean="0"/>
              <a:t>During exploration of that room it will detect the dirt and trash bin.</a:t>
            </a:r>
          </a:p>
          <a:p>
            <a:r>
              <a:rPr lang="en-US" dirty="0" smtClean="0"/>
              <a:t>Then it will go to the trash bin position and clear it.</a:t>
            </a:r>
          </a:p>
          <a:p>
            <a:r>
              <a:rPr lang="en-US" dirty="0" smtClean="0"/>
              <a:t>Later it will change the tool to collect dirt by a vacuum cleaner.</a:t>
            </a:r>
          </a:p>
          <a:p>
            <a:r>
              <a:rPr lang="en-US" dirty="0" smtClean="0"/>
              <a:t>Then it will set the room as cleaned and will search for a nearest un-cleaned room.</a:t>
            </a:r>
          </a:p>
          <a:p>
            <a:endParaRPr lang="en-US" dirty="0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Main </a:t>
            </a:r>
            <a:r>
              <a:rPr lang="en-US" dirty="0" smtClean="0"/>
              <a:t>Tasks</a:t>
            </a:r>
            <a:r>
              <a:rPr lang="en-US" dirty="0" smtClean="0"/>
              <a:t> </a:t>
            </a:r>
            <a:r>
              <a:rPr lang="en-US" dirty="0" smtClean="0"/>
              <a:t>of Exploration Algorithm: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To explore a office floor or any kind of surface independent of mobile base platform.</a:t>
            </a:r>
          </a:p>
          <a:p>
            <a:r>
              <a:rPr lang="en-US" dirty="0" smtClean="0"/>
              <a:t>Detection of rooms in the floor.</a:t>
            </a:r>
          </a:p>
          <a:p>
            <a:r>
              <a:rPr lang="en-US" dirty="0" smtClean="0"/>
              <a:t>Calculation of the Nearest room location from the base position and command the base to enter into the room</a:t>
            </a:r>
          </a:p>
          <a:p>
            <a:r>
              <a:rPr lang="en-US" dirty="0" smtClean="0"/>
              <a:t>Calculation of accessible areas of the room including dynamic obstacles.</a:t>
            </a:r>
          </a:p>
          <a:p>
            <a:r>
              <a:rPr lang="en-US" dirty="0" smtClean="0"/>
              <a:t>Visit every accessible points. </a:t>
            </a:r>
          </a:p>
          <a:p>
            <a:r>
              <a:rPr lang="en-US" dirty="0" smtClean="0"/>
              <a:t>When finish set the room as processed and search for another unprocessed room.</a:t>
            </a:r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Why do we need this algorithm?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Exploration algorithm support dirt detection and trash bin detection during exploration.</a:t>
            </a:r>
          </a:p>
          <a:p>
            <a:r>
              <a:rPr lang="en-US" dirty="0" smtClean="0"/>
              <a:t>It helps the dirt detection algorithm to create a dirt </a:t>
            </a:r>
            <a:r>
              <a:rPr lang="en-US" dirty="0" smtClean="0"/>
              <a:t>map which later is used to detect dirt during cleaning.</a:t>
            </a:r>
            <a:endParaRPr lang="en-US" dirty="0" smtClean="0"/>
          </a:p>
          <a:p>
            <a:r>
              <a:rPr lang="en-US" dirty="0" smtClean="0"/>
              <a:t> Command the robot a shortest(cost-effective) and suitable path for collecting dirt and cleaning the trash bin based on static and dynamic obstacles.</a:t>
            </a:r>
            <a:endParaRPr lang="en-US" dirty="0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Analyze Floor Plan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C</a:t>
            </a:r>
            <a:r>
              <a:rPr lang="en-US" dirty="0" smtClean="0"/>
              <a:t>ollect </a:t>
            </a:r>
            <a:r>
              <a:rPr lang="en-US" dirty="0" smtClean="0"/>
              <a:t>the navigation data from analyze map action client</a:t>
            </a:r>
          </a:p>
          <a:p>
            <a:r>
              <a:rPr lang="en-US" dirty="0" smtClean="0"/>
              <a:t>E</a:t>
            </a:r>
            <a:r>
              <a:rPr lang="en-US" dirty="0" smtClean="0"/>
              <a:t>rode </a:t>
            </a:r>
            <a:r>
              <a:rPr lang="en-US" dirty="0" smtClean="0"/>
              <a:t>the image until get the last room</a:t>
            </a:r>
          </a:p>
          <a:p>
            <a:r>
              <a:rPr lang="en-US" dirty="0" smtClean="0"/>
              <a:t>Find </a:t>
            </a:r>
            <a:r>
              <a:rPr lang="en-US" dirty="0" smtClean="0"/>
              <a:t>contours</a:t>
            </a:r>
          </a:p>
          <a:p>
            <a:r>
              <a:rPr lang="en-US" dirty="0" smtClean="0"/>
              <a:t>For </a:t>
            </a:r>
            <a:r>
              <a:rPr lang="en-US" dirty="0" smtClean="0"/>
              <a:t>each contour check if contour fulfills criteria of a room</a:t>
            </a:r>
          </a:p>
          <a:p>
            <a:r>
              <a:rPr lang="en-US" dirty="0" smtClean="0"/>
              <a:t>If </a:t>
            </a:r>
            <a:r>
              <a:rPr lang="en-US" dirty="0" smtClean="0"/>
              <a:t>contour fulfill the criteria save the contour somewhere else</a:t>
            </a:r>
          </a:p>
          <a:p>
            <a:r>
              <a:rPr lang="en-US" dirty="0" smtClean="0"/>
              <a:t>Exit </a:t>
            </a:r>
            <a:r>
              <a:rPr lang="en-US" dirty="0" smtClean="0"/>
              <a:t>the loop if there are no more contours</a:t>
            </a:r>
          </a:p>
          <a:p>
            <a:r>
              <a:rPr lang="en-US" dirty="0" smtClean="0"/>
              <a:t>Copy </a:t>
            </a:r>
            <a:r>
              <a:rPr lang="en-US" dirty="0" smtClean="0"/>
              <a:t>original image</a:t>
            </a:r>
          </a:p>
          <a:p>
            <a:r>
              <a:rPr lang="en-US" dirty="0" smtClean="0"/>
              <a:t>Copy </a:t>
            </a:r>
            <a:r>
              <a:rPr lang="en-US" dirty="0" smtClean="0"/>
              <a:t>the stored contours into the map and fill each with a unique</a:t>
            </a:r>
          </a:p>
          <a:p>
            <a:r>
              <a:rPr lang="en-US" dirty="0" smtClean="0"/>
              <a:t>Id </a:t>
            </a:r>
            <a:r>
              <a:rPr lang="en-US" dirty="0" smtClean="0"/>
              <a:t>number repeat until convergence(</a:t>
            </a:r>
            <a:r>
              <a:rPr lang="en-US" dirty="0" err="1" smtClean="0"/>
              <a:t>i.e</a:t>
            </a:r>
            <a:r>
              <a:rPr lang="en-US" dirty="0" smtClean="0"/>
              <a:t> there are no more white pixels)</a:t>
            </a:r>
          </a:p>
          <a:p>
            <a:endParaRPr lang="en-US" dirty="0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Analyze Floor Plan</a:t>
            </a:r>
            <a:endParaRPr lang="en-US" dirty="0"/>
          </a:p>
        </p:txBody>
      </p:sp>
      <p:pic>
        <p:nvPicPr>
          <p:cNvPr id="5" name="Content Placeholder 4" descr="img_from_slam_navigation.pn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8800" y="1447800"/>
            <a:ext cx="5562600" cy="4953000"/>
          </a:xfrm>
        </p:spPr>
      </p:pic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Analyze Floor Plan</a:t>
            </a:r>
            <a:endParaRPr lang="en-US" dirty="0"/>
          </a:p>
        </p:txBody>
      </p:sp>
      <p:pic>
        <p:nvPicPr>
          <p:cNvPr id="6" name="Content Placeholder 5" descr="during_iteration_proces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5000" y="1295400"/>
            <a:ext cx="5486400" cy="5183683"/>
          </a:xfrm>
        </p:spPr>
      </p:pic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Analyze Floor Plan</a:t>
            </a:r>
            <a:endParaRPr lang="en-US" dirty="0"/>
          </a:p>
        </p:txBody>
      </p:sp>
      <p:pic>
        <p:nvPicPr>
          <p:cNvPr id="6" name="Content Placeholder 5" descr="segmented_map_of_IPA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200" y="1447800"/>
            <a:ext cx="5346215" cy="5029200"/>
          </a:xfrm>
        </p:spPr>
      </p:pic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Segmentation Algorithm</a:t>
            </a:r>
            <a:br>
              <a:rPr lang="en-US" dirty="0" smtClean="0"/>
            </a:br>
            <a:r>
              <a:rPr lang="en-US" dirty="0" smtClean="0"/>
              <a:t>on Willow Garage Floor Plan </a:t>
            </a:r>
            <a:endParaRPr lang="en-US" dirty="0"/>
          </a:p>
        </p:txBody>
      </p:sp>
      <p:pic>
        <p:nvPicPr>
          <p:cNvPr id="6" name="Content Placeholder 5" descr="segmented_map_of_willow_garage 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14400" y="1524000"/>
            <a:ext cx="7467600" cy="5185016"/>
          </a:xfrm>
        </p:spPr>
      </p:pic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Find Next Unprocessed Room</a:t>
            </a:r>
            <a:br>
              <a:rPr lang="en-US" dirty="0" smtClean="0"/>
            </a:br>
            <a:r>
              <a:rPr lang="en-US" dirty="0" smtClean="0"/>
              <a:t> And Go To </a:t>
            </a:r>
            <a:r>
              <a:rPr lang="en-US" dirty="0" smtClean="0"/>
              <a:t>T</a:t>
            </a:r>
            <a:r>
              <a:rPr lang="en-US" dirty="0" smtClean="0"/>
              <a:t>he Room Location</a:t>
            </a:r>
            <a:endParaRPr lang="en-US" dirty="0"/>
          </a:p>
        </p:txBody>
      </p:sp>
      <p:pic>
        <p:nvPicPr>
          <p:cNvPr id="6" name="Content Placeholder 5" descr="robot_path_for_switching_room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0" y="1752600"/>
            <a:ext cx="6019799" cy="5029200"/>
          </a:xfrm>
        </p:spPr>
      </p:pic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Inspect Room</a:t>
            </a:r>
            <a:endParaRPr lang="en-US" dirty="0"/>
          </a:p>
        </p:txBody>
      </p:sp>
      <p:pic>
        <p:nvPicPr>
          <p:cNvPr id="6" name="Content Placeholder 5" descr="exploration_of_individual_room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0" y="1219200"/>
            <a:ext cx="5943600" cy="5105400"/>
          </a:xfrm>
        </p:spPr>
      </p:pic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State Machine</a:t>
            </a:r>
            <a:br>
              <a:rPr lang="en-US" sz="3600" dirty="0" smtClean="0"/>
            </a:br>
            <a:r>
              <a:rPr lang="en-US" sz="3600" dirty="0" smtClean="0"/>
              <a:t>representation of Exploration Algorithm</a:t>
            </a:r>
            <a:endParaRPr lang="en-US" sz="3600" dirty="0"/>
          </a:p>
        </p:txBody>
      </p:sp>
      <p:pic>
        <p:nvPicPr>
          <p:cNvPr id="6" name="Content Placeholder 5" descr="Exploration_Smach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1600200"/>
            <a:ext cx="6629400" cy="4724400"/>
          </a:xfrm>
        </p:spPr>
      </p:pic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Tasks of Mobile Cleaning Robot:</a:t>
            </a:r>
            <a:endParaRPr lang="en-US" dirty="0"/>
          </a:p>
        </p:txBody>
      </p:sp>
      <p:pic>
        <p:nvPicPr>
          <p:cNvPr id="6" name="Content Placeholder 5" descr="Exploration_Detection_Cleaning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6800" y="1371600"/>
            <a:ext cx="6629400" cy="5334000"/>
          </a:xfrm>
        </p:spPr>
      </p:pic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 of Exploration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ipa_logo_high_quality_modified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39000" y="76200"/>
            <a:ext cx="1828800" cy="5145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0F6B-FB39-4EE3-BB70-00F6893EC94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384</Words>
  <Application>Microsoft Office PowerPoint</Application>
  <PresentationFormat>On-screen Show (4:3)</PresentationFormat>
  <Paragraphs>65</Paragraphs>
  <Slides>23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Exploration Algorithm for a Mobile Cleaning Robot</vt:lpstr>
      <vt:lpstr>Robot Platform: Care-O-Bot 3</vt:lpstr>
      <vt:lpstr>Tasks of Mobile Cleaning Robot:</vt:lpstr>
      <vt:lpstr>Main Tasks of Exploration Algorithm:</vt:lpstr>
      <vt:lpstr>Why do we need this algorithm?</vt:lpstr>
      <vt:lpstr>Analyze Floor Plan</vt:lpstr>
      <vt:lpstr>Analyze Floor Plan</vt:lpstr>
      <vt:lpstr>Analyze Floor Plan</vt:lpstr>
      <vt:lpstr>Analyze Floor Plan</vt:lpstr>
      <vt:lpstr>Segmentation Algorithm on Willow Garage Floor Plan </vt:lpstr>
      <vt:lpstr>Find Next Unprocessed Room  And Go To The Room Location</vt:lpstr>
      <vt:lpstr>Inspect Room</vt:lpstr>
      <vt:lpstr>State Machine representation of Exploration Algorithm</vt:lpstr>
      <vt:lpstr>Tasks of Mobile Cleaning Robot:</vt:lpstr>
      <vt:lpstr>Video of Exploration Algorithm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muinul</dc:creator>
  <cp:lastModifiedBy>muinul</cp:lastModifiedBy>
  <cp:revision>15</cp:revision>
  <dcterms:created xsi:type="dcterms:W3CDTF">2013-09-28T09:45:48Z</dcterms:created>
  <dcterms:modified xsi:type="dcterms:W3CDTF">2013-09-28T17:29:12Z</dcterms:modified>
</cp:coreProperties>
</file>